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65" r:id="rId19"/>
  </p:sldIdLst>
  <p:sldSz cx="9144000" cy="5143500" type="screen16x9"/>
  <p:notesSz cx="5143500" cy="9144000"/>
  <p:embeddedFontLst>
    <p:embeddedFont>
      <p:font typeface="Host Grotesk Medium" panose="020B0604020202020204" charset="0"/>
      <p:regular r:id="rId21"/>
    </p:embeddedFont>
    <p:embeddedFont>
      <p:font typeface="Roboto" panose="02000000000000000000" pitchFamily="2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0356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Smart TASMAC — Consumer Regulation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02136"/>
            <a:ext cx="4722763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Aadhaar-linked digital platform to regulate alcohol purchases — college final year project by Akash KK (B.Sc Computer Science). Academic Year 2025–2026. Guide: Faculty Name, Dept. of Computer Science.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4435" y="1344930"/>
            <a:ext cx="5111750" cy="24536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88505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714226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69814"/>
            <a:ext cx="2290465" cy="1246212"/>
          </a:xfrm>
          <a:prstGeom prst="roundRect">
            <a:avLst>
              <a:gd name="adj" fmla="val 477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516335"/>
            <a:ext cx="19974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 Identity Verification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822847"/>
            <a:ext cx="1997422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Purchases occur without Aadhaar or reliable ID checks.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69814"/>
            <a:ext cx="2290539" cy="1246212"/>
          </a:xfrm>
          <a:prstGeom prst="roundRect">
            <a:avLst>
              <a:gd name="adj" fmla="val 477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516335"/>
            <a:ext cx="1997497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Underage &amp; Unlimited Buying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044303"/>
            <a:ext cx="1997497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Minors can buy alcohol and consumers face no limits.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757785"/>
            <a:ext cx="2290465" cy="1671414"/>
          </a:xfrm>
          <a:prstGeom prst="roundRect">
            <a:avLst>
              <a:gd name="adj" fmla="val 356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2904306"/>
            <a:ext cx="199742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 Monitoring or Analytics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432274"/>
            <a:ext cx="1997422" cy="8504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purchase history, doctor restrictions, family monitoring, or real-time government analytics.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8342" y="2757785"/>
            <a:ext cx="2290539" cy="1671414"/>
          </a:xfrm>
          <a:prstGeom prst="roundRect">
            <a:avLst>
              <a:gd name="adj" fmla="val 356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4863" y="2904306"/>
            <a:ext cx="19974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Lack of Transparency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081848" y="3456563"/>
            <a:ext cx="1997497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Manual reporting and absence of digital audit reduce accountability.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Existing System —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62199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404340"/>
            <a:ext cx="1190147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Leave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89707"/>
            <a:ext cx="1190146" cy="4585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Cash Payment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404340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Buy Alcohol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404340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Visit Shop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404340"/>
            <a:ext cx="1190146" cy="2292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Customer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82604"/>
            <a:ext cx="8151763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current TASMAC retail workflow lacks digital identity checks, audit trails, health monitoring, purchase limits, and government analytics.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88505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385"/>
            <a:ext cx="8151763" cy="346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Proposed Solution Overview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2" y="1220760"/>
            <a:ext cx="4329430" cy="29273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421" y="1205134"/>
            <a:ext cx="276820" cy="2768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9577" y="1239082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Aadhaar Registration</a:t>
            </a:r>
          </a:p>
        </p:txBody>
      </p:sp>
      <p:sp>
        <p:nvSpPr>
          <p:cNvPr id="6" name="Text 2"/>
          <p:cNvSpPr/>
          <p:nvPr/>
        </p:nvSpPr>
        <p:spPr>
          <a:xfrm>
            <a:off x="5771877" y="1644313"/>
            <a:ext cx="2677492" cy="147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Secure, verified consumer identities</a:t>
            </a:r>
            <a:r>
              <a:rPr lang="en-US" sz="14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624" y="1994550"/>
            <a:ext cx="276820" cy="2768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37512" y="2023105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QR Code Identity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768702" y="2393712"/>
            <a:ext cx="2677492" cy="147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Quick in-shop verification.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0421" y="2856764"/>
            <a:ext cx="276820" cy="2768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49577" y="2884899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Purchase Limits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804897" y="3225661"/>
            <a:ext cx="2677492" cy="147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Enforce consumption caps 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 consumer.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2624" y="3718979"/>
            <a:ext cx="276820" cy="2768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49577" y="3753678"/>
            <a:ext cx="2677492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Doctor Restrictions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796280" y="4120515"/>
            <a:ext cx="2677795" cy="473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Medical professionals can 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restrict purchases.</a:t>
            </a:r>
            <a:endParaRPr lang="en-US" sz="12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488505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168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Features &amp; Benefits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35" y="1988820"/>
            <a:ext cx="753745" cy="170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352080"/>
            <a:ext cx="166821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Government Dashboard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880047"/>
            <a:ext cx="1668214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Real-time analytics and reports for policy and enforcement.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155" y="1988185"/>
            <a:ext cx="753745" cy="17208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352080"/>
            <a:ext cx="166821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Notifications &amp; Digital Audit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880047"/>
            <a:ext cx="1668214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Automated alerts and maintainable purchase history (PDF reports).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9010" y="1994535"/>
            <a:ext cx="753745" cy="16960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352080"/>
            <a:ext cx="166821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Caretaker Monitoring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880047"/>
            <a:ext cx="1668214" cy="6378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Family members can supervise and enable teetotaler mode.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683121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3870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6816" y="138737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Prevent Underage Purchase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1693887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Identity verification blocks minors.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19000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6816" y="223867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Regulate Consumption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56816" y="2545184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Purchase limits and teetotaler options promote responsibility.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4130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6816" y="3089970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Support Healthcare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56816" y="3396481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Doctors can restrict patients as needed.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89260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6816" y="3941266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Transparency &amp; Reporting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56816" y="4247778"/>
            <a:ext cx="4262065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Digital audit trails and government reports improve oversight.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4475" y="370020"/>
            <a:ext cx="8403407" cy="241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291" y="682154"/>
            <a:ext cx="5579343" cy="4428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292" y="2647508"/>
            <a:ext cx="100264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Technology Flow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49638" y="1107234"/>
            <a:ext cx="149161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Consumer 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49638" y="1630975"/>
            <a:ext cx="1491619" cy="1375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on mobile device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63393" y="1107234"/>
            <a:ext cx="149161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Government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3393" y="1630975"/>
            <a:ext cx="1491619" cy="1375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Regulatory interface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63393" y="3948583"/>
            <a:ext cx="1491619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JWT authentication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63393" y="4472325"/>
            <a:ext cx="1491619" cy="275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Secure token-based auth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49638" y="4063215"/>
            <a:ext cx="1491619" cy="229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49638" y="4357692"/>
            <a:ext cx="1491619" cy="275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API layer and business logic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87645" y="2587772"/>
            <a:ext cx="1524226" cy="2292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87645" y="2882249"/>
            <a:ext cx="1524226" cy="2751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Interactive UI and QR</a:t>
            </a:r>
          </a:p>
          <a:p>
            <a:pPr marL="0" indent="0" algn="ctr">
              <a:lnSpc>
                <a:spcPct val="78000"/>
              </a:lnSpc>
              <a:buNone/>
            </a:pPr>
            <a:endParaRPr lang="en-US" sz="1100" dirty="0">
              <a:solidFill>
                <a:srgbClr val="384653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handling</a:t>
            </a:r>
          </a:p>
        </p:txBody>
      </p:sp>
      <p:sp>
        <p:nvSpPr>
          <p:cNvPr id="15" name="Text 12"/>
          <p:cNvSpPr/>
          <p:nvPr/>
        </p:nvSpPr>
        <p:spPr>
          <a:xfrm>
            <a:off x="2017235" y="2550071"/>
            <a:ext cx="1524226" cy="458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PostgreSQL database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7235" y="3073812"/>
            <a:ext cx="1524226" cy="1375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Persistent storage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44475" y="147955"/>
            <a:ext cx="8895715" cy="4470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Stack: React frontend, FastAPI backend, JWT for security, PostgreSQL storage, QR code generation, and PDF reporting for audits.</a:t>
            </a:r>
            <a:endParaRPr lang="en-US" sz="8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7007225" y="2616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199" y="636325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Core Modules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381" y="1705680"/>
            <a:ext cx="336206" cy="3496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178" y="1528533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Consumer Module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20177" y="1900366"/>
            <a:ext cx="3284599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Aadhaar registration, QR, purchase history, limits,            notifications, PDF/health reports, teetotaler mode.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528" y="2723128"/>
            <a:ext cx="4062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1786" y="2616116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Shop Operator Module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44624" y="2934149"/>
            <a:ext cx="3902943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Login, QR scan, verify eligibility, sell products,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sales history.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2501672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1240" y="2501672"/>
            <a:ext cx="337140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Government Admin Module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81240" y="2864887"/>
            <a:ext cx="3371404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Dashboards, analytics, reports, policy enforcement tools.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701" y="3573606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81240" y="3573606"/>
            <a:ext cx="337140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Doctor &amp; Caretaker Modules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81240" y="3936821"/>
            <a:ext cx="3371404" cy="4252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Medical restrictions, family monitoring, support workflows.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8285" y="1387539"/>
            <a:ext cx="4130040" cy="2296795"/>
          </a:xfrm>
          <a:prstGeom prst="round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635549" y="2245114"/>
            <a:ext cx="4120166" cy="2296795"/>
          </a:xfrm>
          <a:prstGeom prst="round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9316" y="417314"/>
            <a:ext cx="7765367" cy="457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Smart TASMAC Consumer Management System – Module List 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Public Portal</a:t>
            </a:r>
            <a:r>
              <a:rPr lang="en-IN" sz="1400" dirty="0"/>
              <a:t> – Landing page, registration, role selection.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Consumer Module</a:t>
            </a:r>
            <a:r>
              <a:rPr lang="en-IN" sz="1400" dirty="0"/>
              <a:t> – Registration, dashboard, QR code, purchase limits, history, reports.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Shop Operator Module</a:t>
            </a:r>
            <a:r>
              <a:rPr lang="en-IN" sz="1400" dirty="0"/>
              <a:t> – Consumer verification, QR scanning, sales management.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Government Admin Module</a:t>
            </a:r>
            <a:r>
              <a:rPr lang="en-IN" sz="1400" dirty="0"/>
              <a:t> – Consumer, shop, doctor, reports, analytics, system management.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Doctor Module</a:t>
            </a:r>
            <a:r>
              <a:rPr lang="en-IN" sz="1400" dirty="0"/>
              <a:t> – Issue restrictions, monitor patients, analytics.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Caretaker Module</a:t>
            </a:r>
            <a:r>
              <a:rPr lang="en-IN" sz="1400" dirty="0"/>
              <a:t> – Monitor linked consumer, receive alerts, manage consent.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Authentication &amp; Security Module</a:t>
            </a:r>
            <a:r>
              <a:rPr lang="en-IN" sz="1400" dirty="0"/>
              <a:t> – Login, JWT authentication, role-based access.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QR Management Module</a:t>
            </a:r>
            <a:r>
              <a:rPr lang="en-IN" sz="1400" dirty="0"/>
              <a:t> – QR generation, validation, scanning.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Notification Module</a:t>
            </a:r>
            <a:r>
              <a:rPr lang="en-IN" sz="1400" dirty="0"/>
              <a:t> – SMS, email, and in-app alerts.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Reports &amp; Analytics Module</a:t>
            </a:r>
            <a:r>
              <a:rPr lang="en-IN" sz="1400" dirty="0"/>
              <a:t> – Sales, revenue, addiction trends, PDF reports.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Audit &amp; Compliance Module</a:t>
            </a:r>
            <a:r>
              <a:rPr lang="en-IN" sz="1400" dirty="0"/>
              <a:t> – Activity logs and transaction auditing.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System Administration Module</a:t>
            </a:r>
            <a:r>
              <a:rPr lang="en-IN" sz="1400" dirty="0"/>
              <a:t> – User management, settings, backup, monitoring</a:t>
            </a:r>
            <a:r>
              <a:rPr lang="en-IN" dirty="0"/>
              <a:t>.</a:t>
            </a:r>
          </a:p>
        </p:txBody>
      </p:sp>
      <p:sp>
        <p:nvSpPr>
          <p:cNvPr id="6" name="Half Frame 5"/>
          <p:cNvSpPr/>
          <p:nvPr/>
        </p:nvSpPr>
        <p:spPr>
          <a:xfrm>
            <a:off x="379828" y="274320"/>
            <a:ext cx="450166" cy="724486"/>
          </a:xfrm>
          <a:prstGeom prst="halfFram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/>
        </p:nvSpPr>
        <p:spPr>
          <a:xfrm rot="10800000">
            <a:off x="8363244" y="4266516"/>
            <a:ext cx="450166" cy="724486"/>
          </a:xfrm>
          <a:prstGeom prst="halfFram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199" y="483820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Shop &amp; Doctor Workflows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35" y="1532890"/>
            <a:ext cx="3933190" cy="2152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6335" y="2967990"/>
            <a:ext cx="701040" cy="2705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7500"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Record Transaction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958465" y="3029585"/>
            <a:ext cx="597535" cy="76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Process Sale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098045" y="2981851"/>
            <a:ext cx="780908" cy="300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Verify Eligibility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69730" y="3029762"/>
            <a:ext cx="780908" cy="15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Scan QR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1300" y="3021507"/>
            <a:ext cx="780908" cy="150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Login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350" y="1532890"/>
            <a:ext cx="4072255" cy="21088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635" y="2918460"/>
            <a:ext cx="930910" cy="5060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Notify Caretaker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070725" y="2918460"/>
            <a:ext cx="930910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Enforce Block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44565" y="2918460"/>
            <a:ext cx="930910" cy="5060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Set Restriction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018405" y="2926715"/>
            <a:ext cx="930910" cy="253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Authenticate</a:t>
            </a:r>
          </a:p>
        </p:txBody>
      </p:sp>
      <p:sp>
        <p:nvSpPr>
          <p:cNvPr id="14" name="Text 10"/>
          <p:cNvSpPr/>
          <p:nvPr/>
        </p:nvSpPr>
        <p:spPr>
          <a:xfrm>
            <a:off x="496119" y="4003849"/>
            <a:ext cx="8608963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Both workflows integrate with the central backend to enforce limits and update audit logs in real time.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109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Key Smart Features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21159"/>
            <a:ext cx="4075881" cy="363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6904" y="124249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Aadhaar Verification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21159"/>
            <a:ext cx="4075881" cy="3632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2785" y="124249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QR Code Purchase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565970"/>
            <a:ext cx="4075881" cy="3632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6904" y="198730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Daily Purchase Limit</a:t>
            </a:r>
            <a:endParaRPr lang="en-US" sz="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565970"/>
            <a:ext cx="4075881" cy="36321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2785" y="198730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Weekly Limit</a:t>
            </a:r>
            <a:endParaRPr lang="en-US" sz="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2310780"/>
            <a:ext cx="4075881" cy="36321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6904" y="273211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Monthly Limit</a:t>
            </a:r>
            <a:endParaRPr lang="en-US" sz="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310780"/>
            <a:ext cx="4075881" cy="36321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662785" y="2732112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Doctor Restriction</a:t>
            </a:r>
            <a:endParaRPr lang="en-US" sz="8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3055590"/>
            <a:ext cx="4075881" cy="36321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86904" y="347692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Caretaker Monitoring</a:t>
            </a:r>
            <a:endParaRPr lang="en-US" sz="8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3055590"/>
            <a:ext cx="4075881" cy="36321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662785" y="347692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Notifications</a:t>
            </a:r>
            <a:endParaRPr lang="en-US" sz="8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119" y="3800401"/>
            <a:ext cx="4075881" cy="36321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86904" y="422173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PDF Reports</a:t>
            </a:r>
            <a:endParaRPr lang="en-US" sz="85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3800401"/>
            <a:ext cx="4075881" cy="363215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4662785" y="4221733"/>
            <a:ext cx="3894311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Host Grotesk Medium" panose="020B0504030402000203" pitchFamily="34" charset="0"/>
                <a:ea typeface="Host Grotesk Medium" panose="020B0504030402000203" pitchFamily="34" charset="-122"/>
                <a:cs typeface="Host Grotesk Medium" panose="020B0504030402000203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23" name="Text 11"/>
          <p:cNvSpPr/>
          <p:nvPr/>
        </p:nvSpPr>
        <p:spPr>
          <a:xfrm>
            <a:off x="496119" y="4610621"/>
            <a:ext cx="8608963" cy="111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Smart TASMAC offers a comprehensive suite of features to ensure responsible alcohol regulation, from identity verification to detailed analytics and medical oversight.</a:t>
            </a:r>
            <a:endParaRPr lang="en-US" sz="7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/>
          <p:cNvSpPr/>
          <p:nvPr/>
        </p:nvSpPr>
        <p:spPr>
          <a:xfrm>
            <a:off x="963637" y="3965394"/>
            <a:ext cx="7540282" cy="6333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96119" y="2465412"/>
            <a:ext cx="8608963" cy="2126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74" y="958899"/>
            <a:ext cx="7392572" cy="262836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 0"/>
          <p:cNvSpPr/>
          <p:nvPr/>
        </p:nvSpPr>
        <p:spPr>
          <a:xfrm>
            <a:off x="411713" y="260910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/>
              <a:t>USER INTERFACE 1 : Landing portal for 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9648" y="3965394"/>
            <a:ext cx="6914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Public entry page for Smart TASMAC, offering system information, registration, and secure role-based login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713" y="260910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/>
              <a:t>USER INTERFACE 2 : Registration Portal for Consumer 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15" y="923797"/>
            <a:ext cx="3134752" cy="186818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16" y="3070879"/>
            <a:ext cx="3134752" cy="18487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6504" y="923797"/>
            <a:ext cx="3899301" cy="39070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82" y="908434"/>
            <a:ext cx="6689188" cy="26858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0"/>
          <p:cNvSpPr/>
          <p:nvPr/>
        </p:nvSpPr>
        <p:spPr>
          <a:xfrm>
            <a:off x="411713" y="260910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/>
              <a:t>USER INTERFACE 3: Consumer Portal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710417" y="3965394"/>
            <a:ext cx="7540282" cy="6333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030458" y="3965394"/>
            <a:ext cx="6914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 personalized dashboard for consumers to track purchases, manage limits, access QR identity, and receive alerts.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A897B-D818-B586-4BB7-E96E5705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70" y="4855563"/>
            <a:ext cx="1295512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713" y="260910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/>
              <a:t>USER INTERFACE 4: Admin Portal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54" y="811682"/>
            <a:ext cx="6752492" cy="278261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Rectangle: Rounded Corners 10"/>
          <p:cNvSpPr/>
          <p:nvPr/>
        </p:nvSpPr>
        <p:spPr>
          <a:xfrm>
            <a:off x="942535" y="3934476"/>
            <a:ext cx="7540282" cy="6333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568547" y="3934476"/>
            <a:ext cx="6379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 centralized dashboard for managing users, shops, policies, reports, and monitoring the Smart TASMAC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284201-07C4-FBDF-6ECD-EFE40B0C4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061" y="4865885"/>
            <a:ext cx="1295512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713" y="260910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/>
              <a:t>USER INTERFACE 5: Doctor Portal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54" y="809841"/>
            <a:ext cx="6701858" cy="3124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: Rounded Corners 6"/>
          <p:cNvSpPr/>
          <p:nvPr/>
        </p:nvSpPr>
        <p:spPr>
          <a:xfrm>
            <a:off x="886265" y="4129677"/>
            <a:ext cx="7540282" cy="6333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568547" y="4129677"/>
            <a:ext cx="6379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 secure portal for doctors to monitor consumer health, review purchase history, and apply medical restrictions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4B09D-9F57-59A4-3269-F97AF78A1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91" y="4843948"/>
            <a:ext cx="1295512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22" y="666551"/>
            <a:ext cx="6744056" cy="33412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 0"/>
          <p:cNvSpPr/>
          <p:nvPr/>
        </p:nvSpPr>
        <p:spPr>
          <a:xfrm>
            <a:off x="411713" y="260910"/>
            <a:ext cx="8151763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/>
              <a:t>USER INTERFACE 6: Shop Portal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654149" y="4198900"/>
            <a:ext cx="7540282" cy="6333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406766" y="4185949"/>
            <a:ext cx="6379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 secure portal for shop operators to verify consumers, process QR-based sales, and manage transaction records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6C5D2-3513-C3A1-8380-4969B2DB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466" y="4872918"/>
            <a:ext cx="1295512" cy="2286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3747135" y="502920"/>
            <a:ext cx="1732280" cy="565150"/>
          </a:xfrm>
          <a:prstGeom prst="rect">
            <a:avLst/>
          </a:prstGeom>
          <a:solidFill>
            <a:srgbClr val="C7E0E7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8512"/>
            <a:ext cx="4722763" cy="373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altLang="en-US" sz="2350" dirty="0"/>
              <a:t>Conculsion</a:t>
            </a:r>
          </a:p>
        </p:txBody>
      </p:sp>
      <p:sp>
        <p:nvSpPr>
          <p:cNvPr id="8" name="Text 5"/>
          <p:cNvSpPr/>
          <p:nvPr/>
        </p:nvSpPr>
        <p:spPr>
          <a:xfrm>
            <a:off x="3975100" y="2571750"/>
            <a:ext cx="257810" cy="546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4935" y="3966210"/>
            <a:ext cx="257810" cy="546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25119" y="3765277"/>
            <a:ext cx="239167" cy="14949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9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285" y="4882515"/>
            <a:ext cx="1463040" cy="19050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3747135" y="1678940"/>
            <a:ext cx="45586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Smart TASMAC is a secure, AI-enabled digital platform that promotes responsible alcohol consumption through identity verification, purchase regulation, healthcare integration, and real-time government monitoring.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3600450" y="3862387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sz="1600"/>
              <a:t>Technology for Responsible Consumption • Transparency • Public Health • Good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820</Words>
  <Application>Microsoft Office PowerPoint</Application>
  <PresentationFormat>On-screen Show (16:9)</PresentationFormat>
  <Paragraphs>135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Roboto</vt:lpstr>
      <vt:lpstr>Host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K.K</dc:creator>
  <cp:lastModifiedBy>AKASH K.K</cp:lastModifiedBy>
  <cp:revision>8</cp:revision>
  <cp:lastPrinted>2026-07-30T00:36:13Z</cp:lastPrinted>
  <dcterms:created xsi:type="dcterms:W3CDTF">2026-07-29T12:06:00Z</dcterms:created>
  <dcterms:modified xsi:type="dcterms:W3CDTF">2026-07-30T04:27:47Z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F02CACE0C6D145E5972F9BF340B5802D_13</vt:lpwstr>
  </property>
  <property fmtid="{D5CDD505-2E9C-101B-9397-08002B2CF9AE}" pid="3" name="KSOProductBuildVer">
    <vt:lpwstr>1033-12.1.0.27458</vt:lpwstr>
  </property>
</Properties>
</file>