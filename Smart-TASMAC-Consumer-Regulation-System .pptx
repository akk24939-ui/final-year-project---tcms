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embeddedFontLst>
    <p:embeddedFont>
      <p:font typeface="Host Grotesk Medium" panose="020B0504030402000203" pitchFamily="34" charset="0"/>
      <p:regular r:id="rId20"/>
    </p:embeddedFont>
    <p:embeddedFont>
      <p:font typeface="Host Grotesk Medium" panose="020B0504030402000203" pitchFamily="34" charset="-122"/>
      <p:regular r:id="rId21"/>
    </p:embeddedFont>
    <p:embeddedFont>
      <p:font typeface="Host Grotesk Medium" panose="020B0504030402000203" pitchFamily="34" charset="-120"/>
      <p:regular r:id="rId22"/>
    </p:embeddedFont>
    <p:embeddedFont>
      <p:font typeface="Roboto" panose="02000000000000000000" pitchFamily="34" charset="0"/>
      <p:regular r:id="rId23"/>
    </p:embeddedFont>
    <p:embeddedFont>
      <p:font typeface="Roboto" panose="02000000000000000000" pitchFamily="34" charset="-122"/>
      <p:regular r:id="rId24"/>
    </p:embeddedFont>
    <p:embeddedFont>
      <p:font typeface="Roboto" panose="02000000000000000000" pitchFamily="34" charset="-120"/>
      <p:regular r:id="rId25"/>
    </p:embeddedFont>
    <p:embeddedFont>
      <p:font typeface="Host Grotesk Light" panose="020B0504030402000203" pitchFamily="34" charset="0"/>
      <p:regular r:id="rId26"/>
    </p:embeddedFont>
    <p:embeddedFont>
      <p:font typeface="Host Grotesk Light" panose="020B0504030402000203" pitchFamily="34" charset="-122"/>
      <p:regular r:id="rId27"/>
    </p:embeddedFont>
    <p:embeddedFont>
      <p:font typeface="Host Grotesk Light" panose="020B0504030402000203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10" Type="http://schemas.openxmlformats.org/officeDocument/2006/relationships/image" Target="../media/image42.png"/><Relationship Id="rId1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03561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Smart TASMAC — Consumer Regulation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02136"/>
            <a:ext cx="4722763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Aadhaar-linked digital platform to regulate alcohol purchases — college final year project by Akash KK (B.Sc Computer Science). Academic Year 2025–2026. Guide: Faculty Name, Dept. of Computer Science.</a:t>
            </a:r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435" y="1344930"/>
            <a:ext cx="5111750" cy="245364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88505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714226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69814"/>
            <a:ext cx="2290465" cy="1246212"/>
          </a:xfrm>
          <a:prstGeom prst="roundRect">
            <a:avLst>
              <a:gd name="adj" fmla="val 477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516335"/>
            <a:ext cx="19974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 Identity Verification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822847"/>
            <a:ext cx="1997422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Purchases occur without Aadhaar or reliable ID checks.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369814"/>
            <a:ext cx="2290539" cy="1246212"/>
          </a:xfrm>
          <a:prstGeom prst="roundRect">
            <a:avLst>
              <a:gd name="adj" fmla="val 477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516335"/>
            <a:ext cx="1997497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Underage &amp; Unlimited Buying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044303"/>
            <a:ext cx="1997497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Minors can buy alcohol and consumers face no limits.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757785"/>
            <a:ext cx="2290465" cy="1671414"/>
          </a:xfrm>
          <a:prstGeom prst="roundRect">
            <a:avLst>
              <a:gd name="adj" fmla="val 356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2904306"/>
            <a:ext cx="1997422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 Monitoring or Analytics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432274"/>
            <a:ext cx="1997422" cy="8504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purchase history, doctor restrictions, family monitoring, or real-time government analytics.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8342" y="2757785"/>
            <a:ext cx="2290539" cy="1671414"/>
          </a:xfrm>
          <a:prstGeom prst="roundRect">
            <a:avLst>
              <a:gd name="adj" fmla="val 356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4863" y="2904306"/>
            <a:ext cx="19974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Lack of Transparency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81848" y="3456563"/>
            <a:ext cx="1997497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Manual reporting and absence of digital audit reduce accountability.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Existing System —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162199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404340"/>
            <a:ext cx="1190147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Leave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89707"/>
            <a:ext cx="1190146" cy="4585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Cash Payment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404340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Buy Alcohol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404340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Visit Shop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404340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Customer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82604"/>
            <a:ext cx="8151763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current TASMAC retail workflow lacks digital identity checks, audit trails, health monitoring, purchase limits, and government analytics.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88505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385"/>
            <a:ext cx="8151763" cy="346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Proposed Solution Overview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35" y="1346200"/>
            <a:ext cx="4329430" cy="29273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5077" y="965597"/>
            <a:ext cx="276820" cy="2768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6402" y="1264181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Aadhaar Registration</a:t>
            </a:r>
            <a:endParaRPr lang="en-US" sz="1600" dirty="0">
              <a:solidFill>
                <a:srgbClr val="384653"/>
              </a:solidFill>
              <a:latin typeface="Host Grotesk Medium" panose="020B0504030402000203" pitchFamily="34" charset="0"/>
              <a:ea typeface="Host Grotesk Medium" panose="020B0504030402000203" pitchFamily="34" charset="-122"/>
              <a:cs typeface="Host Grotesk Medium" panose="020B0504030402000203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71877" y="1644313"/>
            <a:ext cx="2677492" cy="147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Secure, verified consumer identities</a:t>
            </a: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077" y="1930896"/>
            <a:ext cx="276820" cy="2768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37512" y="2023105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QR Code Identity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768702" y="2393712"/>
            <a:ext cx="2677492" cy="147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Quick in-shop verification.</a:t>
            </a:r>
            <a:endParaRPr lang="en-US" sz="12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5077" y="2896195"/>
            <a:ext cx="276820" cy="2768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49577" y="2884899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Purchase Limits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804897" y="3225661"/>
            <a:ext cx="2677492" cy="147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Enforce consumption caps </a:t>
            </a:r>
            <a:endParaRPr lang="en-US" sz="12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 consumer.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5077" y="3861495"/>
            <a:ext cx="276820" cy="2768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49577" y="3753678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Doctor Restrictions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5796280" y="4120515"/>
            <a:ext cx="2677795" cy="473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Medical professionals can </a:t>
            </a:r>
            <a:endParaRPr lang="en-US" sz="12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restrict purchases.</a:t>
            </a:r>
            <a:endParaRPr lang="en-US" sz="12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0" y="488505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168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Features &amp; Benefits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35" y="1988820"/>
            <a:ext cx="753745" cy="170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352080"/>
            <a:ext cx="166821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Government Dashboard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880047"/>
            <a:ext cx="1668214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Real-time analytics and reports for policy and enforcement.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155" y="1988185"/>
            <a:ext cx="753745" cy="1720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352080"/>
            <a:ext cx="166821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Notifications &amp; Digital Audit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880047"/>
            <a:ext cx="1668214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Automated alerts and maintainable purchase history (PDF reports).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010" y="1994535"/>
            <a:ext cx="753745" cy="16960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352080"/>
            <a:ext cx="166821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Caretaker Monitoring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880047"/>
            <a:ext cx="1668214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Family members can supervise and enable teetotaler mode.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683121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3870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6816" y="1387376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Prevent Underage Purchase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1693887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Identity verification blocks minors.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19000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6816" y="223867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Regulate Consumption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56816" y="2545184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Purchase limits and teetotaler options promote responsibility.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4130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6816" y="3089970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Support Healthcare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56816" y="3396481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Doctors can restrict patients as needed.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89260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6816" y="3941266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Transparency &amp; Reporting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56816" y="4247778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Digital audit trails and government reports improve oversight.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2291" y="682154"/>
            <a:ext cx="5579343" cy="4428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292" y="2647508"/>
            <a:ext cx="100264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Technology 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49638" y="1107234"/>
            <a:ext cx="149161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Consumer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49638" y="1630975"/>
            <a:ext cx="1491619" cy="1375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 on mobile device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63393" y="1107234"/>
            <a:ext cx="149161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Government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3393" y="1630975"/>
            <a:ext cx="1491619" cy="1375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Regulatory interface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63393" y="3948583"/>
            <a:ext cx="149161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63393" y="4472325"/>
            <a:ext cx="1491619" cy="2751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Secure token-based auth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49638" y="4063215"/>
            <a:ext cx="1491619" cy="229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49638" y="4357692"/>
            <a:ext cx="1491619" cy="2751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API layer and business logic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87645" y="2587772"/>
            <a:ext cx="1524226" cy="229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87645" y="2882249"/>
            <a:ext cx="1524226" cy="2751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Interactive UI and QR</a:t>
            </a:r>
            <a:endParaRPr lang="en-US" sz="11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ctr">
              <a:lnSpc>
                <a:spcPct val="78000"/>
              </a:lnSpc>
              <a:buNone/>
            </a:pPr>
            <a:endParaRPr lang="en-US" sz="11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handling</a:t>
            </a:r>
            <a:endParaRPr lang="en-US" sz="11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17235" y="2550071"/>
            <a:ext cx="1524226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7235" y="3073812"/>
            <a:ext cx="1524226" cy="1375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Persistent storage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44475" y="147955"/>
            <a:ext cx="8895715" cy="4470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Stack: React frontend, FastAPI backend, JWT for security, PostgreSQL storage, QR code generation, and PDF reporting for audits.</a:t>
            </a:r>
            <a:endParaRPr lang="en-US" sz="12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7007225" y="2616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199" y="63632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Core Modules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44092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1199" y="1543501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Consumer Module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01834" y="1900366"/>
            <a:ext cx="3902943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Aadhaar registration, QR, purchase history, limits, notifications, PDF/health reports, teetotaler mode.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47566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469" y="2616116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Shop Operator Module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03739" y="3085376"/>
            <a:ext cx="3902943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Login, QR scan, verify eligibility, sell products, sales history.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701" y="2501672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1240" y="2501672"/>
            <a:ext cx="337140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Government Admin Module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81240" y="2864887"/>
            <a:ext cx="3371404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Dashboards, analytics, reports, policy enforcement tools.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701" y="3573606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81240" y="3573606"/>
            <a:ext cx="337140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Doctor &amp; Caretaker Modules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81240" y="3936821"/>
            <a:ext cx="3371404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Medical restrictions, family monitoring, support workflows.</a:t>
            </a: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76225" y="1384300"/>
            <a:ext cx="4130040" cy="2296795"/>
          </a:xfrm>
          <a:prstGeom prst="round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936490" y="2341880"/>
            <a:ext cx="3716020" cy="2296795"/>
          </a:xfrm>
          <a:prstGeom prst="round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199" y="48382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Shop &amp; Doctor Workflows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35" y="1532890"/>
            <a:ext cx="3933190" cy="2152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6335" y="2967990"/>
            <a:ext cx="701040" cy="2705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Record Transaction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958465" y="3029585"/>
            <a:ext cx="597535" cy="76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Process Sale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098045" y="2981851"/>
            <a:ext cx="780908" cy="300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Verify Eligibility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69730" y="3029762"/>
            <a:ext cx="780908" cy="15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Scan QR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1300" y="3021507"/>
            <a:ext cx="780908" cy="15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Login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350" y="1532890"/>
            <a:ext cx="4072255" cy="21088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635" y="2918460"/>
            <a:ext cx="930910" cy="5060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Notify Caretaker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070725" y="2918460"/>
            <a:ext cx="930910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Enforce Block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44565" y="2918460"/>
            <a:ext cx="930910" cy="5060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Set Restriction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018405" y="2926715"/>
            <a:ext cx="930910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Authenticate</a:t>
            </a:r>
            <a:endParaRPr lang="en-US" sz="900" dirty="0">
              <a:solidFill>
                <a:srgbClr val="384653"/>
              </a:solidFill>
              <a:latin typeface="Host Grotesk Medium" panose="020B0504030402000203" pitchFamily="34" charset="0"/>
              <a:ea typeface="Host Grotesk Medium" panose="020B0504030402000203" pitchFamily="34" charset="-122"/>
              <a:cs typeface="Host Grotesk Medium" panose="020B0504030402000203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6119" y="4003849"/>
            <a:ext cx="8608963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Both workflows integrate with the central backend to enforce limits and update audit logs in real time.</a:t>
            </a: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8512"/>
            <a:ext cx="4722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Next Steps &amp; Implementation Plan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1123652"/>
            <a:ext cx="239167" cy="1494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Light" panose="020B0504030402000203" pitchFamily="34" charset="0"/>
                <a:ea typeface="Host Grotesk Light" panose="020B0504030402000203" pitchFamily="34" charset="-122"/>
                <a:cs typeface="Host Grotesk Light" panose="020B0504030402000203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4935" y="1312545"/>
            <a:ext cx="4723130" cy="241935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6" name="Text 3"/>
          <p:cNvSpPr/>
          <p:nvPr/>
        </p:nvSpPr>
        <p:spPr>
          <a:xfrm>
            <a:off x="3925119" y="1651109"/>
            <a:ext cx="472276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754" y="1980376"/>
            <a:ext cx="4722763" cy="165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Build React UI, FastAPI endpoints, and QR integration.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75100" y="2571750"/>
            <a:ext cx="257810" cy="546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Light" panose="020B0504030402000203" pitchFamily="34" charset="0"/>
                <a:ea typeface="Host Grotesk Light" panose="020B0504030402000203" pitchFamily="34" charset="-122"/>
                <a:cs typeface="Host Grotesk Light" panose="020B0504030402000203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24935" y="2955290"/>
            <a:ext cx="4712335" cy="218440"/>
          </a:xfrm>
          <a:prstGeom prst="rect">
            <a:avLst/>
          </a:prstGeom>
          <a:solidFill>
            <a:srgbClr val="C7E0E7"/>
          </a:solidFill>
        </p:spPr>
        <p:txBody>
          <a:bodyPr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924935" y="3338195"/>
            <a:ext cx="5093335" cy="683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24935" y="3585210"/>
            <a:ext cx="5093335" cy="6038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Connect Aadhaar verification, JWT auth, and PostgreSQL storage.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24935" y="3966210"/>
            <a:ext cx="257810" cy="546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925119" y="3409355"/>
            <a:ext cx="4722763" cy="1653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25119" y="3765277"/>
            <a:ext cx="239167" cy="1494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109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Key Smart Features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1159"/>
            <a:ext cx="4075881" cy="363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6904" y="124249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Aadhaar Verification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21159"/>
            <a:ext cx="4075881" cy="3632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2785" y="124249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QR Code Purchase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65970"/>
            <a:ext cx="4075881" cy="3632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6904" y="198730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Daily Purchase Limit</a:t>
            </a:r>
            <a:endParaRPr lang="en-US" sz="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65970"/>
            <a:ext cx="4075881" cy="36321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2785" y="198730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Weekly Limit</a:t>
            </a:r>
            <a:endParaRPr lang="en-US" sz="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310780"/>
            <a:ext cx="4075881" cy="36321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86904" y="273211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Monthly Limit</a:t>
            </a:r>
            <a:endParaRPr lang="en-US" sz="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10780"/>
            <a:ext cx="4075881" cy="36321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662785" y="273211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Doctor Restriction</a:t>
            </a:r>
            <a:endParaRPr lang="en-US" sz="8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055590"/>
            <a:ext cx="4075881" cy="36321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86904" y="347692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Caretaker Monitoring</a:t>
            </a:r>
            <a:endParaRPr lang="en-US" sz="8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055590"/>
            <a:ext cx="4075881" cy="36321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62785" y="347692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Notifications</a:t>
            </a:r>
            <a:endParaRPr lang="en-US" sz="8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3800401"/>
            <a:ext cx="4075881" cy="36321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86904" y="422173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PDF Reports</a:t>
            </a:r>
            <a:endParaRPr lang="en-US" sz="85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3800401"/>
            <a:ext cx="4075881" cy="363215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4662785" y="422173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23" name="Text 11"/>
          <p:cNvSpPr/>
          <p:nvPr/>
        </p:nvSpPr>
        <p:spPr>
          <a:xfrm>
            <a:off x="496119" y="4610621"/>
            <a:ext cx="8608963" cy="111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Smart TASMAC offers a comprehensive suite of features to ensure responsible alcohol regulation, from identity verification to detailed analytics and medical oversight.</a:t>
            </a:r>
            <a:endParaRPr lang="en-US" sz="7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65412"/>
            <a:ext cx="8608963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3183</Words>
  <Application>WPS Presentation</Application>
  <PresentationFormat>On-screen Show (16:9)</PresentationFormat>
  <Paragraphs>198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Host Grotesk Medium</vt:lpstr>
      <vt:lpstr>Host Grotesk Medium</vt:lpstr>
      <vt:lpstr>Host Grotesk Medium</vt:lpstr>
      <vt:lpstr>Roboto</vt:lpstr>
      <vt:lpstr>Roboto</vt:lpstr>
      <vt:lpstr>Roboto</vt:lpstr>
      <vt:lpstr>Host Grotesk Light</vt:lpstr>
      <vt:lpstr>Host Grotesk Light</vt:lpstr>
      <vt:lpstr>Host Grotesk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akash Kk</cp:lastModifiedBy>
  <cp:revision>3</cp:revision>
  <dcterms:created xsi:type="dcterms:W3CDTF">2026-07-29T12:06:00Z</dcterms:created>
  <dcterms:modified xsi:type="dcterms:W3CDTF">2026-07-29T16:42:37Z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F02CACE0C6D145E5972F9BF340B5802D_13</vt:lpwstr>
  </property>
  <property fmtid="{D5CDD505-2E9C-101B-9397-08002B2CF9AE}" pid="3" name="KSOProductBuildVer">
    <vt:lpwstr>1033-12.1.0.27458</vt:lpwstr>
  </property>
</Properties>
</file>